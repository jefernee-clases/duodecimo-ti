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pregunta: ¿qué fue lo último que aprendieron por internet sin que nadie se los asignara? (un truco de juego, una receta, un tutorial). Todos usan internet para aprender; hoy lo hacemos consciente.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indicadores de logro, uno por lección: describir (1), explicar (2), experimentar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Analogía: en la calle nadie grita insultos a extraños ni pega carteles con mentiras... en internet la ciudadanía es la misma, solo cambia el 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realidad del grupo sin señalar a nadie: en una misma sección conviven las tres situaciones. La práctica 1 trabaja un caso de brecha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áreas del programa. Preguntar por cada una: ¿cómo era la vida de sus papás sin esto? La práctica 2 les pide auditar su propio uso en estas tres áreas.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motivador: en las entrevistas de trabajo de tecnología es común preguntar qué aprendió la persona por su cuenta en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cuáles ya conocen o usan. La práctica 3 los pone a experimentar con algunas de 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proyector e internet, abrir Google Arts &amp; Culture 2 minutos y entrar a un museo famoso: la demostración motiva la práctica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real: buscar un error de código en español da 10 resultados; en inglés, 10 000. La práctica 3 incluye una estación idiomática.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1: láminas 1-4 + práctica 1. Lección 2: láminas 5-6 + práctica 2. Lección 3: láminas 7-9 + práctica 3 (requiere conexión).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educativo del internet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digital, impacto en la vida cotidiana y aprendizaje sin fronteras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lograr?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7830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ciudadanía digital y por qué debe construirse con equidad social.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3520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703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33832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del internet en la vida diaria: el acceso a la información, las relaciones sociales y el ocio.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960120" y="5120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303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49834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educativos del internet en contextos culturales e idiomáticos.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ciudadanía digital?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ejercer derechos y cumplir deberes también en el mundo digital: participar en internet de forma respetuosa, responsable, crítica y segura, igual que un buen ciudadano lo hace en su comunidad.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606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Derechos digitales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internet y a la información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Expresarse con libertad y respeto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su privacidad y sus datos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y participar en línea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33172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606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Deberes digitales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324612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Respetar a las demás personas: sin acoso ni burlas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antes de compartir información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Respetar la autoría: citar, no plagiar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la propia huella digital y la ajena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Ciudadanía digital con equidad social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personas llegan a internet en igualdad de condiciones. A esa desigualdad se le llama brecha digital, y tiene tres caras: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146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 de acceso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conexión y dispositivos? No es igual fibra óptica y computadora propia, que datos limitados en un celular compartido.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22860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90872" y="25146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 de uso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690872" y="31089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sabe aprovechar? Tener internet y usarlo solo para entretenerse no es lo mismo que usarlo para aprender y crear.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10144" y="22860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84464" y="25146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 de calidad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84464" y="31089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condiciones? Velocidad, estabilidad y contenidos en el propio idioma también marcan diferencias.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equidad busca cerrar esas brechas: que el derecho a aprender en línea no dependa de dónde nació una persona ni de cuánto dinero tiene su familia.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impacto del internet en la vida cotidiana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35204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 la información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bibliotecas y enciclopedias con horario. Hoy: casi todo el conocimiento humano, al instante.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BEBE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34340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información falsa y exceso de información. Hay que verificar fuentes.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4416552" y="1417320"/>
            <a:ext cx="35204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417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sociales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90872" y="21945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mantener contacto con familia lejana, conocer comunidades con los mismos intereses y trabajar en equipo a distancia.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45152" y="416052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434340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reemplazar el contacto real, comparación constante y ciberacoso.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193024" y="1417320"/>
            <a:ext cx="35204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14173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Ocupación del ocio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67344" y="21945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Juegos, series, música, deporte, pasatiempos y comunidades creativas al alcance de un clic.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21624" y="416052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BEBEB"/>
          </a:solidFill>
          <a:ln/>
        </p:spPr>
      </p:sp>
      <p:sp>
        <p:nvSpPr>
          <p:cNvPr id="20" name="Text 18"/>
          <p:cNvSpPr/>
          <p:nvPr/>
        </p:nvSpPr>
        <p:spPr>
          <a:xfrm>
            <a:off x="8604504" y="4343400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uso excesivo que desplaza el sueño, el estudio, el ejercicio y la familia.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ofrecen los servicios educativos en línea?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783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Cursos completos y gratuitos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matemática básica hasta programación avanzada, con videos, ejercicios y seguimiento del progreso.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783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su propio ritmo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29400" y="24231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pausar, repetir y avanzar cuando se quiera: cada quien aprende a su propia velocidad, sin presiones.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69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Certificaciones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0120" y="47091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plataformas dan certificados que valen en el mundo laboral, especialmente en tecnología.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38404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4069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 global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29400" y="47091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Foros y comunidades donde millones de estudiantes se ayudan entre sí, en muchos idiomas.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desarrollador web esto es una ventaja enorme: la mayoría de programadores del mundo aprendió parte de su oficio en estas plataformas.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educativas accesibles por internet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486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ofrece?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 Academy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Cursos de matemática, ciencias y más, en español y a su ritmo.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Duolingo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Aprendizaje de idiomas en formato de juego, unos minutos al día.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(con anuncios)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Tutoriales de prácticamente cualquier tema, en todos los idiomas.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W3Schools / freeCodeCamp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Cursos y práctica de programación web: HTML, CSS, JavaScript.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Coursera / edX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Cursos de universidades del mundo; se puede auditar sin pagar.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/ certificado de pago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Wikipedia y bibliotecas digitales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de referencia y libros en línea.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significa dos cosas: que se puede pagar (casi todo es gratis) y que se puede usar (en el idioma propio, desde un celular).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y la cultura: el museo en el bolsillo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7099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Museos y galerías virtuales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60120" y="23317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Google Arts &amp; Culture permiten recorrer museos del mundo y ver obras de arte en altísima resolución, gratis.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5087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7099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Patrimonio e historia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Documentales, archivos históricos y recorridos por sitios arqueológicos a los que quizá nunca se viajaría en persona.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9959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Música, teatro y cine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46177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Conciertos, obras y festivales de cualquier país, transmitidos o grabados.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7947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9959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 propia hacia afuera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29400" y="46177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también sirve para MOSTRAR la cultura costarricense al mundo: tradiciones, comidas, música y paisajes.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cultura ya no depende de poder viajar: depende de tener conexión... por eso la equidad digital también es equidad cultural.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y los idiomas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un idioma dejó de requerir academia y libros caros: internet lo puso al alcance de cualquiera con conexión.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22576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idiomas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y similares convierten la práctica diaria en un juego con niveles y rachas.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273552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310128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con subtítulos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series y videos en inglés con subtítulos entrena el oído sin sentirse como estudiar.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61104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29768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de intercambio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donde se practica con hablantes nativos: usted les enseña español, ellos le enseñan su idioma.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248656"/>
            <a:ext cx="1051560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285232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inglés del desarrollador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documentación técnica, los foros y los errores de programación están mayormente en inglés: leerlo es una herramienta de trabajo.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especialidad, el inglés no es un adorno del currículum: es la llave de la mayoría del conocimiento técnico.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389120" cy="438912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a la obra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prácticas formativas, una por lección: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569464"/>
            <a:ext cx="667512" cy="6675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6946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65960" y="2450592"/>
            <a:ext cx="9144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digitales 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decálogo del buen ciudadano digital y analizar un caso de brecha digital.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803904"/>
            <a:ext cx="667512" cy="6675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0390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3685032"/>
            <a:ext cx="9144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mi internet 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Examinar el impacto del internet en la propia vida: información, relaciones y ocio.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5038344"/>
            <a:ext cx="667512" cy="6675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03834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65960" y="4919472"/>
            <a:ext cx="9144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Expedición educativa 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en línea: visitar un museo virtual y completar una misión idiomática.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internet que usan todos los días puede ser su mejor maestro: depende de cómo lo usen.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2026-07-23T22:40:45Z</dcterms:created>
  <dcterms:modified xsi:type="dcterms:W3CDTF">2026-07-23T22:40:45Z</dcterms:modified>
</cp:coreProperties>
</file>