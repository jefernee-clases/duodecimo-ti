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Consumo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4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Línea base</c:v>
                  </c:pt>
                  <c:pt idx="1">
                    <c:v>+ Config. PC</c:v>
                  </c:pt>
                  <c:pt idx="2">
                    <c:v>+ Virtualización</c:v>
                  </c:pt>
                  <c:pt idx="3">
                    <c:v>+ Enfriamiento</c:v>
                  </c:pt>
                  <c:pt idx="4">
                    <c:v>+ Renovable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88</c:v>
                </c:pt>
                <c:pt idx="2">
                  <c:v>72</c:v>
                </c:pt>
                <c:pt idx="3">
                  <c:v>60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4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389120"/>
            <a:ext cx="2926080" cy="292608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INFORMACIÓN  ·  SOSTENIBILIDAD TI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Energética Eficiente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los Sistemas de Información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nacionales e internacionales · Disposiciones para el trabajo con PC · Gobernanza TI · Soluciones para la eficiencia energética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852160"/>
            <a:ext cx="4572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académica  ·  Costa Rica,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y por qué importa?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energética eficiente en TI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conjunto de políticas, prácticas y tecnologías orientadas a reducir el consumo eléctrico de los sistemas de información —equipos, redes y centros de datos— manteniendo o mejorando su rendimiento. Busca el menor impacto ambiental y económico por unidad de trabajo informático.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566160"/>
            <a:ext cx="777240" cy="77724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73075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480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creciente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892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TIC representan una porción cada vez mayor de la demanda eléctrica mundial.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29184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3566160"/>
            <a:ext cx="777240" cy="77724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373075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480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Huella de carbono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4892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consumo de TI baja directamente las emisiones de CO₂.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329184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3566160"/>
            <a:ext cx="777240" cy="77724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73075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480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económico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4892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energía = menores costos operativos y mayor vida útil del equipo.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Iniciativas internacionales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programas globales que guían la eficiencia energética en TI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212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783080"/>
            <a:ext cx="109728" cy="1874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039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50001:2018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5603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energía (EnMS): establece, mide y mejora continuamente el desempeño energético de la organización.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212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783080"/>
            <a:ext cx="109728" cy="1874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039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30134-2 — PUE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25603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Power Usage Effectiveness, métrica líder para medir la eficiencia energética de los centros de datos.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5212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3931920"/>
            <a:ext cx="109728" cy="1874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1879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STAR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05840" y="47091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EE. UU. que certifica equipos y centros de datos eficientes mediante una escala de desempeño de 1 a 100.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3931920"/>
            <a:ext cx="5212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3931920"/>
            <a:ext cx="109728" cy="1874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41879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 / LEED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83680" y="47091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ambiental y construcción sostenible aplicables al diseño y operación de data centers verdes.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Iniciativas nacionales — Costa Rica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país hacia una economía verde y descarbonizada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943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Nacional de Descarbonización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Lanzado en 2019; hoja de ruta hacia cero emisiones netas al 2050.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 en 10 ejes de intervención y 8 estrategias transversales.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eléctrica nacional ~100% renovable, base para una TI limpia.</a:t>
            </a:r>
            <a:endParaRPr lang="en-US" sz="1400" dirty="0"/>
          </a:p>
          <a:p>
            <a:pPr marL="228600" indent="-2286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transversal de eficiencia: equipos y edificios ecoeficientes.</a:t>
            </a:r>
            <a:endParaRPr lang="en-US" sz="1400" dirty="0"/>
          </a:p>
          <a:p>
            <a:pPr marL="228600" indent="-228600">
              <a:lnSpc>
                <a:spcPts val="1900"/>
              </a:lnSpc>
              <a:buSzPct val="100000"/>
              <a:buChar char="▪"/>
            </a:pPr>
            <a:r>
              <a:rPr lang="en-US" sz="14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Rectoría de MINAE / Dirección de Cambio Climático y apoyo de MICITT en lo digital.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1783080"/>
            <a:ext cx="4663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0" y="2148840"/>
            <a:ext cx="640080" cy="64008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19476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7955280" y="2532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eléctrica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renovable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0" y="3291840"/>
            <a:ext cx="4663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0" y="3657600"/>
            <a:ext cx="640080" cy="64008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7947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55280" y="34564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2050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7955280" y="40416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cero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netas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858000" y="4800600"/>
            <a:ext cx="4663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32320" y="5166360"/>
            <a:ext cx="640080" cy="64008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5303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55280" y="49651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US$41 mil M</a:t>
            </a:r>
            <a:endParaRPr lang="en-US" sz="2700" dirty="0"/>
          </a:p>
        </p:txBody>
      </p:sp>
      <p:sp>
        <p:nvSpPr>
          <p:cNvPr id="22" name="Text 16"/>
          <p:cNvSpPr/>
          <p:nvPr/>
        </p:nvSpPr>
        <p:spPr>
          <a:xfrm>
            <a:off x="7955280" y="55504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neto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2020–2050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Disposiciones para el trabajo con PC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usuario y configuración que reducen el consumo diario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08483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2199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852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e hibernación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32004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equipos y monitores fuera de uso; usar suspensión/hibernación en pausas largas.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208483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2199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852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energía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17720" y="32004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modos de ahorro del sistema operativo; brillo y rendimiento adaptados a la tarea.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4672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21040" y="208483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2199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8529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Climatización adecuada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21040" y="32004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razonable en oficinas y salas; evitar sobreenfriamiento del equipo.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0690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432511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46227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50932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Periféricos y regletas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14400" y="5440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Desconectar cargadores y usar regletas con interruptor para eliminar consumo fantasma.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40690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7720" y="432511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46227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7720" y="50932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eficiente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617720" y="5440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equipos con certificación ENERGY STAR y portátiles sobre torres cuando aplique.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046720" y="40690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21040" y="432511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462272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21040" y="50932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concientización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321040" y="5440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al personal: el comportamiento del usuario define gran parte del ahorro.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Gobernanza TI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 y controlar las TI para que la eficiencia energética sea una decisión de gestión, no un accidente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gobernanza TI alinea las tecnologías con los objetivos institucionales, asignando responsabilidades, políticas y métricas. Para la eficiencia energética, convierte buenas intenciones en objetivos medibles y auditables.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3154680"/>
            <a:ext cx="731520" cy="73152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31012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29992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referencia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74520" y="345643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COBIT e ISO/IEC 38500 orientan la dirección, evaluación y monitoreo de las TI.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7920" y="274320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3154680"/>
            <a:ext cx="731520" cy="73152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31012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29992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(EnPIs)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52360" y="345643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 y otros indicadores miden el desempeño energético y exigen mejora continua.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4937760"/>
            <a:ext cx="731520" cy="73152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09320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4782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y roles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74520" y="523951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responsables, presupuestos y normas internas de compra y uso de equipo.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17920" y="45262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4937760"/>
            <a:ext cx="731520" cy="73152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509320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4782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52360" y="523951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alineación con normativa ambiental y compromisos país de descarbonización.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Soluciones para la eficiencia energética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prácticas para lograr eficiencia en los sistemas TI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08483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2199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8529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 y nube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32004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servidores y migrar a la nube eleva el uso por watt y reduce hardware ocioso.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17720" y="208483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2199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8529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Enfriamiento eficiente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17720" y="32004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cooling, contención de pasillos y climatización inteligente bajan el gasto del data center.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4672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21040" y="208483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2199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8529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 bajo consumo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21040" y="32004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Procesadores eficientes, SSD y fuentes certificadas reducen el consumo base.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0690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432511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46227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5093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PUE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14400" y="5440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continuamente (PUE, EnPIs) permite detectar desperdicio y optimizar en tiempo real.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40690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17720" y="432511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46227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17720" y="5093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617720" y="5440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TI con fuentes limpias —ventaja natural de Costa Rica— minimiza la huella.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046720" y="40690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21040" y="4325112"/>
            <a:ext cx="685800" cy="68580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462272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21040" y="5093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y e-waste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321040" y="54406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Prolongar vida útil, reusar y reciclar equipo reduce el impacto total del sistema.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e impacto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eficiencia energética en TI rinde en tres frentes simultáneos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760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ilustrativa de consumo (índice)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42316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783080"/>
            <a:ext cx="4846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2130552"/>
            <a:ext cx="594360" cy="59436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2258568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266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26680" y="23500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factura eléctrica, menos hardware y mayor vida útil de los equipos.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675120" y="3246120"/>
            <a:ext cx="4846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49440" y="3593592"/>
            <a:ext cx="594360" cy="59436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3721608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2668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726680" y="38130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directa de emisiones de CO₂ y de residuos electrónicos.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75120" y="4709160"/>
            <a:ext cx="4846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49440" y="5056632"/>
            <a:ext cx="594360" cy="594360"/>
          </a:xfrm>
          <a:prstGeom prst="ellipse">
            <a:avLst/>
          </a:prstGeom>
          <a:solidFill>
            <a:srgbClr val="C8E6A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184648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2668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726680" y="5276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normativo, mejor imagen y aporte a las metas país.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para llevar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eficiencia energética en TI es estratégica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240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ahorro económico, responsabilidad ambiental y cumplimiento institucional.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08960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02666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estándares dan método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41071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50001, PUE y ENERGY STAR permiten medir y mejorar de forma sistemática.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32504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7939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79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19709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tiene ventaja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58114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matriz casi 100% renovable y el Plan de Descarbonización ofrecen un marco favorable.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449824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498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3675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 clave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57515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con la PC y cultura organizacional generan ahorro inmediato y de bajo costo.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C5F2D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97BC62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Hacia una TI eficiente y sostenible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017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al servicio de las personas, con el menor impacto posible.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891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Costa Rica (2019). Plan Nacional de Descarbonización. MINAE / DCC.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50001:2018 — Sistemas de gestión de la energía.</a:t>
            </a:r>
            <a:endParaRPr lang="en-US" sz="125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30134-2 — Power Usage Effectiveness (PUE).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8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EPA — Programa ENERGY STAR para centros de datos y equipos.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Energética Eficiente en Sistemas de Información</dc:title>
  <dc:subject>PptxGenJS Presentation</dc:subject>
  <dc:creator>Docente MEP - Costa Rica</dc:creator>
  <cp:lastModifiedBy>Docente MEP - Costa Rica</cp:lastModifiedBy>
  <cp:revision>1</cp:revision>
  <dcterms:created xsi:type="dcterms:W3CDTF">2026-06-04T13:37:47Z</dcterms:created>
  <dcterms:modified xsi:type="dcterms:W3CDTF">2026-06-04T13:37:47Z</dcterms:modified>
</cp:coreProperties>
</file>