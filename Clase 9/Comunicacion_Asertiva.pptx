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pregunta: ¿alguna vez dijeron "sí" a algo que querían decir "no"? ¿O explotaron y después se arrepintieron? Hoy vemos la tercera opción.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dos indicadores de logro de la lección.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comparación con programar funciona bien: nadie escribe código perfecto el primer día; la asertividad también se entrena.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piensen (sin decir nombres) en una persona de cada estilo que conozcan. Preguntar: ¿con cuál de las tres les gusta trabajar en grupo?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las tres con actuación. Notar la estructura de la asertiva: hecho + efecto + emoción + pedido concreto + pregunta. Esa fórmula reaparece en la lámina de técnicas.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para el aire (no obliga a responder): ¿hacia cuál extremo se jala cada uno? La mayoría lo sabe de inmediato.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técnica con su ejemplo en voz alta y con el tono correcto: el tono es la mitad de la técnica. La lámina siguiente desarrolla la primera, que es la base de la práctica.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cada ejemplo con el tono adecuado: firme y tranquilo. Pedir a la clase que identifique en cada frase dónde está el hecho, el efecto, el pedido y la pregunta. Luego construir un cuarto ejemplo en vivo con una situación que ellos propongan.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la práctica. Si sobra tiempo al final, pedir 2-3 voluntarios que lean su mejor reescritura asertiva de la Parte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asertiva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Decir lo que pienso, respetando a la otra persona... y a mí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 hoy?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21284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957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011680"/>
            <a:ext cx="9235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 </a:t>
            </a:r>
            <a:pPr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rasgos de la persona asertiva, la pasiva y la agresiva, y reconocerlos en la vida real.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40080" y="374904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4133088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431596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931920"/>
            <a:ext cx="9235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 </a:t>
            </a:r>
            <a:pPr indent="0" marL="0">
              <a:buNone/>
            </a:pPr>
            <a:r>
              <a:rPr lang="en-US" sz="16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comunicación asertiva en situaciones del área técnica: con clientes, compañeros de equipo y jefaturas.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comunicación asertiva?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expresar lo que pienso, siento o necesito de forma clara, directa y honesta, respetando a la otra persona y respetándome a mí. Ni callarme por miedo, ni imponerme por la fuerza.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83464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17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749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punto de equilibrio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45262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 decir nada (pasividad) y decirlo atacando (agresividad). La persona asertiva defiende lo suyo sin pisar a nadie.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2514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4736592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3017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749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 derecho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36592" y="45262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persona tiene derecho a opinar, a decir que no, a pedir lo que necesita y a equivocarse sin ser humillada.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251460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13064" y="2834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3017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749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una habilidad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13064" y="452628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nace asertivo: se aprende con técnicas y práctica, igual que se aprende a programar.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estilos, tres personas distintas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3291840"/>
                <a:gridCol w="28346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Asertiva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Agresiva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habla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baja, dudosa; casi no opina.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firme y tranquila; clara y directa.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Voz alta; interrumpe, exige, amenaza.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Lenguaje corporal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la mirada, se encoge.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 a los ojos, postura relajada.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Mirada desafiante, gestos bruscos.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 típica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"Está bien, como usted diga..."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"Entiendo su punto; yo lo veo distinto y le explico por qué."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"¡Porque lo digo yo y punto!"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defiende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derechos de los demás, nunca los propios.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derechos propios Y los de los demás.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los derechos propios.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queda después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Frustrada y callada; acumula enojo.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Tranquila: dijo lo que tenía que decir con respeto.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 la pelea, pero pierde la relación.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verde es la meta. Ojo: casi nadie es de un solo estilo; cambiamos según la situación y la persona.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problema, tres respuestas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su compañero de proyecto no entregó su parte del sitio web por segunda vez, y la presentación con el cliente es mañana.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0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pasiva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"...Tranquilo, no importa, yo lo termino esta noche."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se desvela haciendo el trabajo de dos, el compañero aprende que puede fallar sin consecuencias, y el enojo se acumula.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16552" y="20574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6E5"/>
          </a:solidFill>
          <a:ln/>
        </p:spPr>
      </p:sp>
      <p:sp>
        <p:nvSpPr>
          <p:cNvPr id="9" name="Text 7"/>
          <p:cNvSpPr/>
          <p:nvPr/>
        </p:nvSpPr>
        <p:spPr>
          <a:xfrm>
            <a:off x="4690872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agresiva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690872" y="28346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"¡Sos un vago! Siempre nos dejás botados. No servís para trabajar en equipo."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90872" y="4617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pelea, el compañero se pone a la defensiva, el problema real (la entrega) queda sin resolver y el ambiente se daña.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93024" y="20574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asertiva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467344" y="283464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"Cuando no entregás tu parte, el proyecto se atrasa y me toca cubrirte, y eso me molesta. Necesito que terminés tu sección hoy. ¿Qué necesitás para lograrlo?"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67344" y="46177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el problema queda sobre la mesa sin insultos, con un pedido concreto y una puerta abierta a resolver.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nos impide ser asertivos?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grandes obstáculos son caer en los extremos... y estas son las razones por las que caemos: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extremo pasivo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3000" y="320040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Miedo al conflicto o al rechazo: "mejor no digo nada".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Querer quedar bien con todos, todo el tiempo.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la propia opinión vale menos que la de los demás.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5603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extremo agresivo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3200400"/>
            <a:ext cx="4389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que el enojo hable primero y el cerebro después.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firmeza con gritar o humillar.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Creer que ceder en algo es "perder" o verse débil.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61264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cuál extremo me jala más es el primer paso para entrenarme en dirección contraria.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comunicación asertiva</a:t>
            </a:r>
            <a:endParaRPr lang="en-US" sz="3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023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 consiste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 aplicado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Mensaje en primera persona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Expresar la molestia hablando desde uno mismo y desde los hechos, en lugar de acusar a la otra persona. Se describe la situación, el efecto que produce y lo que se necesita.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"Cuando no me avisás de los cambios, pierdo horas de trabajo. Necesito que me informés antes de modificar el proyecto."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Reiteración serena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Mantener y repetir el propio mensaje con calma y con las mismas palabras, sin alterarse ni desviarse, aunque la otra persona insista o presione.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"Comprendo su urgencia, y aun así necesito que la entrega sea hoy." (y se repite con calma si insisten)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Reconocimiento 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Aceptar la parte de razón que tiene la otra persona, sin ceder en el punto esencial. Baja la tensión porque el otro se siente escuchado.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"Tiene razón en que es un cambio pequeño; sin embargo, está fuera de lo que acordamos en el contrato."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Negativa respetuosa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Decir que no de forma clara, breve y cortés, sin inventar excusas ni pedir perdón por negarse. Se puede ofrecer una alternativa si se desea.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puedo tomar ese trabajo esta semana. Puedo revisarlo el lunes, si le sirve."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Solicitud de cambio específico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Pedir una conducta concreta y realizable, en lugar de pedir cambios generales de actitud o de personalidad, que no se pueden medir.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"Necesito que me avisés por mensaje si vas a atrasarte." (en vez de "sé más responsable")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080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técnica más, transversal a todas: elegir el momento y el lugar adecuados. La mejor frase, dicha en público o en caliente, pierde su efecto.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técnica en acción: ejemplos completos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situaciones reales resueltas con el mensaje en primera persona. Observe que todas siguen la misma estructura: el hecho, el efecto, el pedido y la pregunta final.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9339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un cliente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663440" y="199339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Le pide el tercer cambio gratis de la semana, fuera de lo acordado.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04872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"Comprendo que este ajuste es importante para usted. Este cambio está fuera de lo que acordamos al inicio, por lo que necesito cotizarlo por aparte. ¿Le preparo la cotización?"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4F7F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747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un compañero de equipo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63440" y="34747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Modificó su parte del código sin avisar y algo dejó de funcionar.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862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"Cuando modificás mi parte del código sin avisarme, se dañan cosas que ya funcionaban y me toca repararlas. Necesito que me consultés antes de cambiar mis archivos. ¿Te parece?"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837176"/>
            <a:ext cx="10881360" cy="1325880"/>
          </a:xfrm>
          <a:prstGeom prst="roundRect">
            <a:avLst>
              <a:gd name="adj" fmla="val 8276"/>
            </a:avLst>
          </a:prstGeom>
          <a:solidFill>
            <a:srgbClr val="F4F7F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95604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cole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63440" y="49560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Situación: Le asignan a usted ordenar el laboratorio por tercera semana seguida.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3675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ordenado el laboratorio las últimas tres semanas y siento que la tarea no se está repartiendo parejo. Necesito que hagamos un rol de turnos entre todos. ¿Lo armamos hoy?"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las tres frases grita, ninguna se calla: las tres dicen el problema, lo que se necesita y abren la conversación.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formativa: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6946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56946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965960" y="245059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de estilos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respuestas reales como pasivas, agresivas o asertivas.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80390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0390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65960" y="368503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traductor asertivo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Reescribir respuestas pasivas y agresivas en versión asertiva, usando las técnicas vistas.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5038344"/>
            <a:ext cx="667512" cy="6675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038344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965960" y="4919472"/>
            <a:ext cx="91440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Retrato de los tres estilos   </a:t>
            </a:r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la comparación de rasgos de la persona pasiva, asertiva y agresiva.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asertivo no garantiza ganar todas las conversaciones; garantiza no perderse el respeto en ninguna.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2026-07-22T22:19:29Z</dcterms:created>
  <dcterms:modified xsi:type="dcterms:W3CDTF">2026-07-22T22:19:29Z</dcterms:modified>
</cp:coreProperties>
</file>